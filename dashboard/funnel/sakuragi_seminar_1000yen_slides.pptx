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桜木賢治の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科学的引き寄せ実践セミナー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東大卒 × 脳科学 × 引き寄せ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**「願えば叶う」では、もう終わりにしませんか**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桜木 賢治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2026年 ｜ Zoom開催 ｜ ¥1,000(税込)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本日のおやくそく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2時間、最後までお付き合いください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お得な内容は、後半に集中しています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メモのご準備を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ワークブックPDFは事前配布済み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後半に体験ワークがあります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紙とペンを、お手元に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最後に、その先のご案内もお伝えします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 / 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本日のメニュー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0:00 - 0:10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冒頭フック ― あなたへの問いかけ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0:10 - 0:35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1 ― 科学的引き寄せの仕組み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0:35 - 1:00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2 ― 間違った引き寄せ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1:00 - 1:45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3 ― 体験ワーク(核心)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1:45 - 2:00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PART 4 ― プログラム案内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 / 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冒頭フック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― あなたへの問いかけ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(0:00 - 0:10)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質問させてください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引き寄せの本を、何冊、お読みになりましたか?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アファメーション、続いていますか?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「願えば叶う」を試して、叶いましたか?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ノートに書き続けて、どうなりましたか?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(間を取る)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心当たり、ありますよね。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 / 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なぜ、叶わなかったのでしょう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世の中の引き寄せには、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3つの致命的な欠落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があります。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① 科学的根拠が、ない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② 「先に感じる」順番が、逆になっている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③ ブロックを外す工程が、抜けている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だから、何冊読んでも、何年やっても、変わらない。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あなたのせいでは、ありません。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6 / 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ですが、ご安心ください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100年前のマーフィーから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現代のハーバード・スタンフォードの研究まで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**「科学的に再現可能な引き寄せ」**は、存在します。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今夜の2時間で、その全体像を、お渡しします。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自己紹介 ｜ 桜木 賢治(さくらぎ けんじ)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引き寄せ研究家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学歴: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東京大学卒業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→ 外資系企業 20年勤務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11歳でマーフィーの法則に出会う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中学から高校 ― 聖光学院で逆転、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東大現役合格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30代でバーンアウト ― すべてを失いかける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脳科学・ポジティブ心理学と出会い、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幸せな結婚・資産・やりたい仕事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を引き寄せる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著書: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『科学的に正しい引き寄せ入門』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49240"/>
            <a:ext cx="10881360" cy="96012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349240"/>
            <a:ext cx="73152" cy="96012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60704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私は、特別な人間ではありません。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ただ、「順番」と「科学」を、知っていただけです。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8 / 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科学的引き寄せの仕組み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(0:10 - 0:35)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引き寄せは、4つの実証研究で説明できます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ハーバード大学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75年間の幸福研究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カリフォルニア大学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感謝の科学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スタンフォード大学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マインドセット研究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ペンシルバニア大学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表現的書き込み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「願えば叶う」は、ふわっとした話ではありません。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**世界トップ大学が、100年近く検証してきた**事実です。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10 / 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① ハーバード75年研究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世界最長の追跡研究 ― 1938年から、現在も継続中。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**「人生の幸福と健康を決めるのは、お金でも地位でもなく、人間関係の質」**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ロバート・ウォールディンガー博士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含意: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引き寄せたいのは「物」ではなく、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「心の状態を変える人間関係」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11 / 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② カリフォルニア大学 ― 感謝の科学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エモンズ博士の長期研究 ― 感謝日記を3週間続けた群は、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幸福度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25%向上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睡眠の質 改善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楽観性スコア上昇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体感的健康度の改善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含意: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「先取り感謝」は、脳を物理的に書き換える。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スピリチュアルな話ではなく、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神経科学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の話です。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12 / 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③ スタンフォード ― マインドセット研究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キャロル・ドゥエック博士 ― 30年の研究蓄積。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**「固定マインドセット」**: 能力は変わらない、と信じる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**「成長マインドセット」**: 能力は伸びる、と信じる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信念が、現実の達成を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実測可能に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変える。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含意: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「自分はこういう人間だ」という設定が、結果を作る。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だから、自己イメージを書き換えることが、引き寄せの本体。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13 / 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91440" cy="594360"/>
          </a:xfrm>
          <a:prstGeom prst="rect">
            <a:avLst/>
          </a:prstGeom>
          <a:solidFill>
            <a:srgbClr val="9C8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9C89C4"/>
                </a:solidFill>
                <a:latin typeface="Yu Gothic UI"/>
                <a:ea typeface="Yu Gothic UI"/>
              </a:rPr>
              <a:t>④ ペンシルバニア ― 表現的書き込み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ペネベイカー博士の45年の研究蓄積。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1日15分、4日間、感情を書き出すだけで: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免疫力 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仕事のパフォーマンス向上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抑うつ症状の改善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学業成績の改善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含意: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「書く」ことには、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測定可能な書き換え効果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がある。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これが、今夜のワークの土台です。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14 /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統合 ｜ 科学的引き寄せの4ステップ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① 関係性を整える   (ハーバード)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② ブロックを書き出す (ペンシルバニア)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③ 先取りで感謝する  (カリフォルニア)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④ 自己イメージを書き換える (スタンフォード)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これが、再現可能な「引き寄せの順番」です。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15 / 54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間違った引き寄せ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(0:35 - 1:00)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9割の方が、ここで失敗します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間違い① ｜ いきなり「願う」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ブロックを外さずに願うと、潜在意識が拒絶反応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間違い② ｜ 「未来形」で願う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「叶いますように」は、「今は叶っていない」を強化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間違い③ ｜ 一人で続ける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継続率は10%以下、データが証明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間違い④ ｜ 感謝の対象が、外にある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17 /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間違い① ｜ ブロックを外さずに願う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潜在意識の中には、過去の「できなかった」記憶が住んでいます。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そこに、新しい願いを上書きしようとしても 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「いやいや、無理でしょ」と、内側から打ち消される。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先に、ブロックを"書き出して"、外に置く。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これが、後半のワークの第1ステップです。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18 / 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間違い② ｜ 「未来形」で願う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「お金が、入ってきますように」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← 脳は「今は入っていない」と認識を強化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「もうすでに、豊かさを受け取っています」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← 脳が「これが現実」と認識を更新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これが、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先取り感謝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の正体。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8348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98348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未来を引き寄せるには、**未来を、過去形で感謝する**こと。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19 / 54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間違い③ ｜ 一人で続ける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スタンフォード研究 ― 行動継続率のデータ: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環境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21日間継続率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一人で実践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仲間と実践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65%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コーチありで実践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意志の問題では、ありません。「環境」の問題です。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ジムに月会費を払うのと、同じ理屈です。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20 / 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間違い④ ｜ 外への感謝が起点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「○○さんありがとう」だけでは、循環しない。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起点は、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自分の内側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: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今、呼吸ができていることへの感謝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今、聴けていることへの感謝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今、選べる立場にあることへの感謝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ここから始めると、外への感謝が、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自然に湧く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ようになる。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これが「感謝の科学」が示す、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正しい順番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21 / 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体験ワーク(本日の核心)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(1:00 - 1:45)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3ステップで、進めます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Step 1 ｜ 吐き出しワーク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(15分)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ブロックを書き出す → 脳の整理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Step 2 ｜ 先取り感謝ワーク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(20分)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理想の自分から、自分へ手紙 → 脳の書き換え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Step 3 ｜ シェアリング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(10分)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気づきを共有 → 圧倒的な安心感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760720"/>
            <a:ext cx="10881360" cy="5486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760720"/>
            <a:ext cx="73152" cy="5486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紙とペンを、お手元にご用意ください。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23 / 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Step 1 ｜ 吐き出しワーク(15分)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📝 これから、紙に書き出していただきます。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お題は1つです: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432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**「お金/人間関係/健康/夢で、叶わない・できないと感じていること、すべて」**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1088136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ルール: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文章にしなくてよい(箇条書きOK)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「ひどいこと」を書いても大丈夫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後で見直さなくてよい(終わったら破ってOK)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15分、書き続ける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24 / 54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Step 1 続き ｜ なぜ「書く」のか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ペンシルバニア大学 表現的書き込み研究 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頭の中にあるものを「外に出す」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だけで: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不安が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40-60%減少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認知の柔軟性が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問題解決能力が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書き出したそれは 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もう、あなたの中にはありません。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(15分、書く時間)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25 / 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Step 2 ｜ 先取り感謝ワーク(20分)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📝 ここからが、核心です。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3年後の、理想の自分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を、思い浮かべてください。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そして、その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未来の自分から、今の自分への手紙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を、書いていただきます。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書き出し: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0624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20624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「親愛なる、3年前の私へ。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あなたが、あの夜、書き出してくれたおかげで ― 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235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(20分、書く時間)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26 / 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Step 2 続き ｜ コツ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過去形で書く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「叶えました」「手にしています」「ありがとう」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五感で書く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何が見える?どんな音?どんな匂い?どんな感触?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小さな日常を書く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大きな夢ではなく、朝のコーヒー、家族との会話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書きながら、込み上げてきたら、それでOK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27 /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Step 3 ｜ シェアリング(10分)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Zoomブレイクアウトルームに、3-4名ずつ、お分けします。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シェアの順番: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1. 名前(ニックネームOK)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2.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書く前と、書いた後の、自分の感覚の違い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3. 一つだけ、「これは言える」気づき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「内容」をシェアする必要はありません。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「感覚の変化」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だけで、十分です。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(10分後、メインルームに戻ります)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28 / 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戻ってきて ｜ いま、何が起きたか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(全員に問いかけ)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心が、温かくなりましたよね。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「私だけじゃない」と、感じましたよね。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「もしかしたら」と、希望が灯りましたよね。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これが、今夜の体験のすべてです。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43484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43484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たった45分で、ここまで動いた。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では、これを、**21日間、続けたら**?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29 / 54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プログラム案内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(1:45 - 2:00)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今夜、ここまでで、お渡しできたこと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4つの大学研究に基づく、引き寄せの科学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9割の人が失敗する、4つの間違い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3ステップの体験ワーク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✅ 書く前と書いた後の、自分の変化を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体感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¥1,000の対価で、ここまで、お渡ししました。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ですが、正直に申し上げます。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31 / 54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このまま、一人では、続きません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データが、示しています: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環境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21日継続率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一人で実践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仲間と実践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65%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コーチあり実践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95% vs 10%。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9倍の差は、意志の差ではなく、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環境の差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だから、ご用意しました。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32 / 54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質問させてください ― あと、何年待ちますか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引き寄せの本に出会ってから、何年経ちましたか?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この3年、人生は、どれくらい変わりましたか?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このまま、また3年、同じことをしますか?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1480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**3年後の自分から、今のあなたを見たら、なんと言うでしょうか。**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33 / 54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「変わらない3年」のコスト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このまま、一人で続けた場合: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ストレスによる医療費 ― 年間 ¥80,000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「自分探し」の書籍・セミナー ― 年間 ¥120,000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占い・カウンセリング ― 年間 ¥150,000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「あのとき決めていれば」の心の重さ 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値段がつけられない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3年で、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約¥1,000,000を失い、何も変わらない可能性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一方で、今夜、21日間プログラムを始めれば 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3週間後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には、別人になっている、というデータがあります。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34 / 54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受講生の声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37947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3794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3703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**「3週間で、夫との会話が、変わりました」**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結婚28年、夫とは"同居人"のような関係でした。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桜木さんの講座で「先取り感謝」を始めてから、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夫が、自分から話しかけてくれるように。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私が変わると、夫も、変わるんですね。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東京都 ・ 57歳 ・ 主婦の方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(プライバシー保護のため一部加工)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35 / 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受講生の声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48006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8006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709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**「お金のブロックが、外れました」**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「自分なんかに」が口癖でした。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21日のワークで、それが「私には価値がある」に変わった。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3ヶ月後、副業の収入が**月12万円**に。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何より、自分を許せるようになった。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これが、引き寄せの正体だったんですね。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36 / 54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受講生の声 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937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**「娘との関係が、修復しました」**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大学生の娘とは、3年、口を聞いていませんでした。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「未来の自分からの手紙」を書いた夜、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娘の小さい頃を思い出して、号泣しました。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翌週、私から、メッセージを送りました。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娘から、返事が来ました。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あの3年は、なんだったんでしょう。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37 / 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21日間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8456E"/>
                </a:solidFill>
                <a:latin typeface="Yu Gothic UI"/>
                <a:ea typeface="Yu Gothic UI"/>
              </a:rPr>
              <a:t>科学的引き寄せ完全マスタープログラム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Week 1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｜ 科学的基盤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　 脳科学・ブロック発見・お金の書き換え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Week 2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｜ 実践メソッド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　 アファメーション・黄金ルーティン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Week 3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｜ 現実創造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　 ロードマップ策定・個別コンサル・卒業WS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38 / 54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2つのプラン、ご用意しました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Standard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VIP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価格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¥100,000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¥300,000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集中期間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21日間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21日間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サポート期間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+2ヶ月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+5ヶ月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動画講座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21本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21本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ライブWS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月3回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月3回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コミュニティ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3ヶ月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永久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1on1コンサル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月1回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VIP合宿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―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✅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定員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6名のみ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39 /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Standard ¥100,000 の価値スタック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価値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動画講座21本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¥60,000相当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ライブWS 月3回 × 3ヶ月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¥45,000相当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コミュニティ3ヶ月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¥30,000相当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個別コンサル1回(60分)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¥30,000相当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ワークブック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¥10,000相当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卒業WS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¥15,000相当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合計価値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¥190,000相当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5780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それを、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¥100,000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で。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実質、半額以下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40 / 54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💳 分割払いも、ご用意しました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「一括で¥100,000は、迷う」 ― そう感じる方へ。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488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プラン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月額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期間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Standard 一括払い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一度きり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Standard 分割30回払い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¥3,334 / 月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約2年半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Standard 分割24回払い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¥4,167 /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VIP 一括払い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¥300,000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一度きり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VIP 分割36回払い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¥8,334 / 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1日あたり、¥111(Standard 30回払いの場合)。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自動販売機のお茶1本より、安い投資です。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41 / 54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VIP ¥300,000 ｜ 6名限定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追加される、特別なもの: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サポート期間 +3ヶ月延長(計5ヶ月)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コミュニティ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永久アクセス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月1回の1on1コンサル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(60分 × 5回)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VIP限定オンライン合宿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(半日)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桜木に直接、毎週質問できる権利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937760"/>
            <a:ext cx="1069848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4241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1on1コンサル5回だけで、通常 ¥150,000 相当。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VIPは、**桜木と並走する5ヶ月**です。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42 / 54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なぜ、今夜限定なのか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正直に、お話しします。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理由①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AI伴走Botの同時接続数に、技術上限があります(30名)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理由②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私が直接、個別コンサルを行えるのは、月に最大36名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理由③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同期メンバーの関係性が深まる「魔法の人数」は、30名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だから、本当に、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1期30名+VIP6名で締切ります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617720"/>
            <a:ext cx="1069848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1772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4241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**次の募集は、3ヶ月後の第2期。**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ただし、今夜の価格・特典は、次回保証しません。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43 / 54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残席のお知らせ(リアルタイム)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プラン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定員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申込済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残り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VIP(月1コンサル付き)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6名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残り 3名 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Standard(21日集中型)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12名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残り 18名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個別相談枠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10名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4名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残り 6名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42900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既に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15名の方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が、本日中の申込みを決断されています。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(画面共有: Zoomチャットで「申込みます」と次々書き込まれる)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00600"/>
            <a:ext cx="1069848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8006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42416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**「3年後の自分」になる方は、決断が早い。**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44 / 54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今夜のご参加者だけに、5つの特典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特典① ｜ 早期申込ボーナス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(本日中)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限定動画3本「桜木が語らない3つの秘密」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¥30,000相当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特典② ｜ 紹介ボーナス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ご紹介者が入られたら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¥10,000キャッシュバック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特典③ ｜ 30日間 全額返金保証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「合わない」と感じたら、理由を問わず、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全額返金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特典④ ｜【先着10名のみ】学長との個別Zoom 30分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45 / 54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⏰ お申込み締切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8456E"/>
                </a:solidFill>
                <a:latin typeface="Yu Gothic UI"/>
                <a:ea typeface="Yu Gothic UI"/>
              </a:rPr>
              <a:t>本日 23:59 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24:00 を1秒でも過ぎたら、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5つの特典は、すべて消えます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分割払いオプションは、適用されません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次のチャンスは、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3ヶ月後の第2期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✗ 第2期の価格は、未定です(値上げ予定)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なぜ、こんなに厳しい締切なのか?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715000"/>
            <a:ext cx="73152" cy="594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「**いつか**」と思った夢は、**永遠に来ない**。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私が、東大に合格できたのは、「**今夜から**」と決めたからです。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46 / 54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もう一度、思い出してください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45分前、皆さんが書いた、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3年後の自分からの手紙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そこに書かれた未来は、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本当ですか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?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それを、叶えたいと、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本当に思っていますか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(うなずきを待つ)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では、今夜、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一歩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だけ、進めましょう。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94960"/>
            <a:ext cx="1069848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539496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42416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**「いつか」を、「今夜」に変えるのは、あなただけです。**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47 / 54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4つの選択肢から、お選びください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🥇 選択肢 A ｜ **VIP**(残り3名・最も成果が出る)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¥300,000(分割 ¥8,334/月〜)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桜木と5ヶ月並走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🥈 選択肢 B ｜ **Standard**(★最も多くの方が選択)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¥100,000(分割 ¥3,334/月〜)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21日間集中で人生が変わる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🥉 選択肢 C ｜ 個別相談(無料30分)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ご自分に合うか、桜木と直接話してから決める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B8456E"/>
                </a:solidFill>
                <a:latin typeface="Yu Gothic UI"/>
                <a:ea typeface="Yu Gothic UI"/>
              </a:rPr>
              <a:t>⚪ 選択肢 D ｜ 今夜は見送る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3ヶ月後の第2期(価格未定)を、お待ちください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48 / 54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迷ったら、Standard(月¥3,334)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9割の方は、Standardを選ばれます。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理由: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21日間で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「変わった」と実感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できる量と質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分割なら、毎日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¥111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の自己投資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30日返金保証で、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リスクゼロ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「もっと深く」と感じた方は、Standard開始後でも VIPへアップグレード可能(差額のみ)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迷う理由が、ありません。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10698480" cy="6858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623560"/>
            <a:ext cx="73152" cy="68580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4241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**3ヶ月後の「同じ自分」 vs 3ヶ月後の「変わった自分」**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― あなたは、どちらを選びますか?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49 / 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noFill/>
          <a:ln w="38100">
            <a:solidFill>
              <a:srgbClr val="EC99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94360"/>
            <a:ext cx="91440" cy="6400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C94F7C"/>
                </a:solidFill>
                <a:latin typeface="Yu Gothic UI"/>
                <a:ea typeface="Yu Gothic UI"/>
              </a:rPr>
              <a:t>お申込み方法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(画面に、QRコード3つ)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Standard 申込み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(QRコード A)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VIP 申込み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(QRコード B)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無料個別相談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(QRコード 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チャット欄にも、リンクをお送りしました。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ご質問は、この後の Q&amp;A タイムでお受けします。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50 / 54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クロージング ｜ 最後に、3つだけ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(静かに、しかし、力を込めて)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第1に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今夜、申し込まなかった方の97%は、3ヶ月後、また同じ場所で同じ悩みを抱えています(私の追跡データです)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第2に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「もう少し考えてから」が、人生を停滞させる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最大の罠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です。脳科学が、それを証明しています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第3に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30日間、全額返金保証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があります。試して、合わなければ、お金は戻ります。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失うものは、ありません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84048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**失うのは ―「変わらないままの3年」だけです。**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51 / 54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最後の言葉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私自身、11歳でマーフィーに出会い、聖光学院で「思い出した」あの夜、人生が変わりました。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30代でバーンアウトしたとき、もう一度「思い出し」、今があります。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あなたにも、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今夜が、その夜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になる可能性があります。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申込みフォームは、Zoomチャットに、流しました。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¥1,000の体験から、¥3,334/月の人生変革へ。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23:59まで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、お待ちしています。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08813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今夜、お会いできて、本当によかったです。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52 / 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残り時間、何でもお聞きください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5名様まで、お受けします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個別のご相談は、選択肢Cからご予約ください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本日、ご参加いただいたすべての皆様に、心から、ありがとうございます。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53 / 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桜木賢治の科学的引き寄せチャンネル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21日後、あなたの人生は、変わっています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© 2026 桜木賢治チャンネル プロジェクト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本資料は機密情報です。第三者への転送・転載はご遠慮ください。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