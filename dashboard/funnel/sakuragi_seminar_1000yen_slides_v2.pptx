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C94F7C"/>
                </a:solidFill>
                <a:latin typeface="Yu Gothic UI"/>
                <a:ea typeface="Yu Gothic UI"/>
              </a:rPr>
              <a:t>AIスクリプティング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C94F7C"/>
                </a:solidFill>
                <a:latin typeface="Yu Gothic UI"/>
                <a:ea typeface="Yu Gothic UI"/>
              </a:rPr>
              <a:t>ライブ体験会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― 海外628億回再生のメソッドを、AIで叶える90分 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**桜木 賢治**</a:t>
            </a:r>
          </a:p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日本マニフェスティング協会 代表 / 引き寄せ研究家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2026年 ｜ Zoom 90分 ｜ ¥1,000(税込)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本日のおやくそく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90分、最後までお付き合いください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後半に、ライブ体験ワークがあります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紙とペン、または書けるデバイスを、お手元に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Manifest AI™ をお使いになる方は、スマホかPCを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完璧を求めず、書ける範囲で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90分の体験で、何かが必ず動きます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最後に、次のステップのご案内もお伝えします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 / 52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本日のメニュー(90分)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時間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内容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0:00 - 0:10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冒頭 ― なぜ今、引き寄せが科学なのか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0:10 - 0:25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PART 1 ― 海外で起きていること(628億回再生)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0:25 - 0:40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PART 2 ― 桜木式 3本柱モデル + Manifest AI™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0:40 - 1:05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PART 3 ― 【ライブ体験】未来からの手紙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1:05 - 1:30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PART 4 ― 次のステップ(本科プログラム)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 / 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Yu Gothic UI"/>
                <a:ea typeface="Yu Gothic UI"/>
              </a:rPr>
              <a:t>冒頭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FFFFFF"/>
                </a:solidFill>
                <a:latin typeface="Yu Gothic UI"/>
                <a:ea typeface="Yu Gothic UI"/>
              </a:rPr>
              <a:t>― なぜ今、引き寄せが「科学」なのか 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(0:00 - 0:10)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質問させてください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引き寄せの本を、何冊、お読みになりましたか?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アファメーション、続いていますか?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「願えば叶う」を試して、叶いましたか?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ノートに書き続けて、どうなりましたか?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(間を取る)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00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心当たり、ありますよね。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5 / 52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なぜ、叶わなかったのでしょう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世の中の「引き寄せ」には、決定的な空白がありました。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1691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①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検証可能な科学エビデンスが、伝えられていない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②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3つの要素(信じる×書く×身体)が、統合されていない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③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「願うだけでは叶わない」処方箋が、欠けている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だから、何冊読んでも、何年やっても、変わらない。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262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あなたのせいでは、ありません。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メソッドの設計が、不完全だったのです。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6 / 52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ですが、ご安心ください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― 100年前のマーフィー、ヒルから</a:t>
            </a:r>
          </a:p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― 現代の脳科学・心理学の最前線まで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**「科学的に再現可能な引き寄せ」**は、すでに存在します。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そして今、それを **AIと一緒に毎日回せる時代** になりました。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今夜の90分で、その全体像を、お渡しします。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自己紹介 ｜ 桜木 賢治(さくらぎ けんじ)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日本マニフェスティング協会 代表 / 引き寄せ研究家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学歴: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東京大学卒業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→ 日系企業で20年勤務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11歳でテレビでオリンピックメダリストのイメージトレーニング話を見て衝撃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中学3年まで「落ちこぼれ」 ― 高1で「設計された思い込み」を開始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高3冬、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東京大学現役合格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その後、副業で本業年収超え、理想の家族・住環境を引き寄せ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著書: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『科学的に正しい引き寄せ ― マーフィーが届けたかった、本当の引き寄せ』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(2026/10刊行予定)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49240"/>
            <a:ext cx="10881360" cy="96012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349240"/>
            <a:ext cx="73152" cy="96012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1060704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魔法ではありません。運でもありません。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ただ、**「脳の使い方」と、「正しい順番」**を知っていただけです。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8 / 52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Yu Gothic UI"/>
                <a:ea typeface="Yu Gothic U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FFFFFF"/>
                </a:solidFill>
                <a:latin typeface="Yu Gothic UI"/>
                <a:ea typeface="Yu Gothic UI"/>
              </a:rPr>
              <a:t>海外で起きていること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(0:10 - 0:25)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C8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91440" cy="594360"/>
          </a:xfrm>
          <a:prstGeom prst="rect">
            <a:avLst/>
          </a:prstGeom>
          <a:solidFill>
            <a:srgbClr val="9C8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9C89C4"/>
                </a:solidFill>
                <a:latin typeface="Yu Gothic UI"/>
                <a:ea typeface="Yu Gothic UI"/>
              </a:rPr>
              <a:t>2024年、世界で起きていたこと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TikTok・Instagramで、3つのハッシュタグが爆発していました。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05740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ハッシュタグ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累計再生数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`#Manifesting`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約 530億回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`#Scripting`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約 70億回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`#Shifting`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約 28億回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合計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628億回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48056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地球の総人口80億人が、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一人あたり8回ずつ視聴した計算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です。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166360"/>
            <a:ext cx="10881360" cy="77724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166360"/>
            <a:ext cx="73152" cy="77724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106070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「自己啓発ブーム」ではなく、**世界中の若者が毎日実践している社会現象**。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10 / 52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なぜ、彼らは続けているのか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答えはシンプルです。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効果があったからです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そして10年で、その「効果」は科学的にも次々と裏付けられました。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ドミニカン大学マシューズ研究(2015)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書く+共有+進捗報告で、達成率が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約33ポイント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高い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テキサス大学ペネベイカーの表出筆記法(30年)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200以上の追試で、心身の健康指標が広範に改善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NYUエッティンゲンのWOOP法(20年)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11 / 52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ところが、日本では…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書店の「引き寄せ」コーナーには、いまだに 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❌ 波動、宇宙のエネルギー、ハイヤーセルフ、アセンション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❌ 「努力すれば叶う」「諦めるな」の精神論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世界で628億回再生されている科学的知見が、日本ではいまだに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「怪しい人が読むもの」か「精神論」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のどちらかに振り分けられている。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この空白を埋めるために、本書とこの体験会があります。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709160"/>
            <a:ext cx="10881360" cy="77724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709160"/>
            <a:ext cx="73152" cy="77724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0"/>
            <a:ext cx="106070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**マーフィーが100年前に直感で語ったことを、現代科学で再定義する。**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12 / 52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C8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91440" cy="594360"/>
          </a:xfrm>
          <a:prstGeom prst="rect">
            <a:avLst/>
          </a:prstGeom>
          <a:solidFill>
            <a:srgbClr val="9C8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9C89C4"/>
                </a:solidFill>
                <a:latin typeface="Yu Gothic UI"/>
                <a:ea typeface="Yu Gothic UI"/>
              </a:rPr>
              <a:t>海外Manifestingメソッドの「3つの潮流」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潮流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内容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弱点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A. 信じる × 書く 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アファメーション+ジャーナリング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身体が抜ける ― 続かない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B. 信じる × 身体 派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長時間瞑想+ビジュアライゼーション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時間がかかる ― 忙しい人は無理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C. 身体 × 儀式 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Raven Method等のShifting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継続行動に繋がらない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33756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いずれも「2本柱」までしか統合していません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。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そして、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Mental Contrasting(障害分析)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は文化的タブーで取り入れられていません。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13 / 52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Yu Gothic UI"/>
                <a:ea typeface="Yu Gothic U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FFFFFF"/>
                </a:solidFill>
                <a:latin typeface="Yu Gothic UI"/>
                <a:ea typeface="Yu Gothic UI"/>
              </a:rPr>
              <a:t>桜木式 3本柱モデル + Manifest AI™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(0:25 - 0:40)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桜木式 AIマニフェスティング® ― 5層統合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```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┌──────────────────────────────────────┐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│ 第5層: Manifest AI™(24時間の伴走)    │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├──────────────────────────────────────┤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│ 第4層: Mental Contrasting(障害分析)  │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├──────────────────────────────────────┤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│ 第3層: Shifting   = Body(身体)       │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├──────────────────────────────────────┤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│ 第2層: Scripting  = Pen(書く)        │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├──────────────────────────────────────┤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│ 第1層: Manifesting = Mind(信念)      │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└──────────────────────────────────────┘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```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15 / 52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C8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91440" cy="594360"/>
          </a:xfrm>
          <a:prstGeom prst="rect">
            <a:avLst/>
          </a:prstGeom>
          <a:solidFill>
            <a:srgbClr val="9C8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9C89C4"/>
                </a:solidFill>
                <a:latin typeface="Yu Gothic UI"/>
                <a:ea typeface="Yu Gothic UI"/>
              </a:rPr>
              <a:t>🧠 第1層 Manifesting ― 信念のOS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根拠: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Bandura(スタンフォード)自己効力感理論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「自分にはできる」と信じる感覚が、学業・仕事・健康・人間関係のすべての達成率を予測する、心理学最強の変数。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881360" cy="2606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4つの源泉から育つ: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1.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達成体験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― 小さな成功を毎日積む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2.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代理体験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― 同じ境遇の人の成功を見る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3.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言語的説得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― 自己暗示 / Manifest AI™ との対話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4.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生理的状態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― 呼吸・姿勢を整える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406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→ メタ分析で、効果サイズ d=0.5〜0.8(極めて強い)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16 / 52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C8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91440" cy="594360"/>
          </a:xfrm>
          <a:prstGeom prst="rect">
            <a:avLst/>
          </a:prstGeom>
          <a:solidFill>
            <a:srgbClr val="9C8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9C89C4"/>
                </a:solidFill>
                <a:latin typeface="Yu Gothic UI"/>
                <a:ea typeface="Yu Gothic UI"/>
              </a:rPr>
              <a:t>✍️ 第2層 Scripting ― 意図の言語化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根拠: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Matthews(ドミニカン)/ Pennebaker(テキサス)/ King(ミズーリ)/ Gollwitzer(NYU)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紙に書くという行為は、脳のモードを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DMN(ぐるぐる思考)→ CEN(実行系)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に切り替える、もっとも強力な多重発火スイッチ。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書くだけで、こうなる: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1088136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達成率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+33ポイント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(マシューズ研究)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心理的健康・免疫機能 改善(ペネベイカー)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幸福度・楽観性 持続的向上(キング)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行動の実行率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2〜3倍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(ゴルウィッツァー実装意図)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150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→ 今夜のライブ体験のメインは、この第2層です。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17 / 52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C8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91440" cy="594360"/>
          </a:xfrm>
          <a:prstGeom prst="rect">
            <a:avLst/>
          </a:prstGeom>
          <a:solidFill>
            <a:srgbClr val="9C8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9C89C4"/>
                </a:solidFill>
                <a:latin typeface="Yu Gothic UI"/>
                <a:ea typeface="Yu Gothic UI"/>
              </a:rPr>
              <a:t>🌸 第3層 Shifting ― 身体への定着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根拠: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Hölzel(ハーバード)/ Zaccaro(イタリア)メタ分析58研究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身体は脳の下流ではなく、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身体→脳への上りラインの方が太い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(迷走神経の80%が上り)。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呼吸・瞑想・イメージリハーサルで: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10881360" cy="1691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海馬5%増加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/ 扁桃体縮小(8週間MRI研究)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副交感神経が活性化、不安低下(58研究メタ分析)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ミラーニューロンを介して、想像が「実技に近い学習効果」を生む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→ 本格編は第3部書籍『引き寄せ脳』(2027/11)で。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18 / 52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C8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91440" cy="594360"/>
          </a:xfrm>
          <a:prstGeom prst="rect">
            <a:avLst/>
          </a:prstGeom>
          <a:solidFill>
            <a:srgbClr val="9C8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9C89C4"/>
                </a:solidFill>
                <a:latin typeface="Yu Gothic UI"/>
                <a:ea typeface="Yu Gothic UI"/>
              </a:rPr>
              <a:t>⚡ 第4層 Mental Contrasting ― 障害分析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根拠: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Oettingen(NYU)20年の研究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⚠️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不都合な真実: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「叶った姿をポジティブにイメージするだけ」だと、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何もしなかった人より達成率が下がる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理由: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脳が「もう叶った」と達成感を前借りし、行動エネルギーが枯渇する。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処方箋:WOOP法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10881360" cy="1691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W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ish(願望)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O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utcome(成果)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O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bstacle(自分の内側の障害)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P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lan(もしXならYで対処)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19 / 52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🤖 第5層 Manifest AI™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100年前のマーフィー、ヒル、クーエが、もしいま生きていたら、彼らはおそらく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AIを使ってメソッドを書いていた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はずです。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Manifest AI™ の役割: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88136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願望を、対話で具体化してくれる(ソクラテス対話)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「内側の障害」を、対話で引き出してくれる(Mental Contrasting自動実行)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「未来からの手紙」の文体・臨場感をアシスト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24時間・無批判・記録可能で伴走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今夜のライブ体験では、Manifest AI™ と一緒に手紙を書きます。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20 / 52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Yu Gothic UI"/>
                <a:ea typeface="Yu Gothic U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FFFFFF"/>
                </a:solidFill>
                <a:latin typeface="Yu Gothic UI"/>
                <a:ea typeface="Yu Gothic UI"/>
              </a:rPr>
              <a:t>【ライブ体験】未来からの手紙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(0:40 - 1:05)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今夜書いていただくもの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B8456E"/>
                </a:solidFill>
                <a:latin typeface="Yu Gothic UI"/>
                <a:ea typeface="Yu Gothic UI"/>
              </a:rPr>
              <a:t>「3年後の自分」から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108813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B8456E"/>
                </a:solidFill>
                <a:latin typeface="Yu Gothic UI"/>
                <a:ea typeface="Yu Gothic UI"/>
              </a:rPr>
              <a:t>「今夜のあなた」への手紙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10881360" cy="2606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📕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3年後・2029年5月22日付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📕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過去形で書く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(「私は〜になりました」)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📕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五感で書く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(何が見え、聞こえ、感じるか)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📕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感情を書く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(どんな気持ちか)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📕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具体的に書く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(数字・場所・人名)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4406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90分後、あなたは未来の自分から、招待状を受け取ります。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22 / 52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ステップ① 3分で書く「Wish」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📝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紙に、または手元に、書いてください。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057400"/>
            <a:ext cx="10881360" cy="77724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57400"/>
            <a:ext cx="73152" cy="77724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106070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3年以内に達成したい、現実的だが挑戦的な目標を **1つ** 書いてください。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例: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57600"/>
            <a:ext cx="1088136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「副業収入が月20万円になっている」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「家族との関係が、心から温かいものになっている」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「英会話で外国人と1時間談笑できる」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「健康診断オールAになっている」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43600"/>
            <a:ext cx="10881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(3分、書く時間)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23 / 52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ステップ② Manifest AI™ と対話(5分)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(画面共有: Manifest AI™ のデモンストレーション)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Manifest AI™ に、こう投げかけてください: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1088136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```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3年以内に「○○○○○」を叶えたいです。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3年後・2029年5月22日付で、叶った私から、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今の私への手紙を書く準備をしたいです。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937760"/>
            <a:ext cx="1088136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まず、以下を聞いてください: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1. その状態は、五感でどう感じるか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2. その状態の前に、私の内側にあった障害は何か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3. その障害を、どう超えたか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```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24 / 52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ステップ③ 「未来からの手紙」を書く(12分)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📝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以下のフォーマットで、3年後の自分から、今の自分に書いてください。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```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2029年5月22日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461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(今の名前)へ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31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私は今、(過去形で叶った状態を書く)になっています。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10881360" cy="1600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朝起きると、(五感で具体的に)が見えます。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(誰と何をしているか)。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そして、心は(感情)で満たされています。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25 / 52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ステップ④ Mental Contrasting(3分)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書き上げた手紙を、もう一度読んでください。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そして、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WOOP法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で締めくくります。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📝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紙に、書いてください: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290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Obstacle(障害):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0624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この3年で、いちばん大きな「自分の内側の障害」は何か?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9204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Plan(計画):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6692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「もし【障害】が出てきたら、私は【行動】をする」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26 / 52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ステップ⑤ シェア(2分)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書いたことを、声に出して読むだけで、定着率は何倍にもなります。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(挙手いただいた2名ほどに、手紙の冒頭の1段落を読んでもらう)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ご協力、ありがとうございます。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290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ペネベイカー研究では、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書いたものを誰かに見せた群は、見せなかった群より、3〜6ヶ月後の追跡で持続効果が高い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ことが示されています。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27 / 52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今夜、あなたが体験したこと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2697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✅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Manifesting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― 3年後の自分のセルフイメージを描いた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✅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Scripting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― 過去形で、五感で、感情で書いた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✅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Shifting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― 静かな空間で、深呼吸しながら書いた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✅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Mental Contrasting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― 内側の障害を見据えた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✅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Manifest AI™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― AIと対話しながら言語化した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605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5層統合の引き寄せを、世界で初めて、90分で体験しました。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846320"/>
            <a:ext cx="10881360" cy="128016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4846320"/>
            <a:ext cx="73152" cy="12801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892040"/>
            <a:ext cx="1060704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あなたが今夜書いた手紙は、**今後3年の地図**です。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大切に取っておいてください。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28 / 52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Yu Gothic UI"/>
                <a:ea typeface="Yu Gothic U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FFFFFF"/>
                </a:solidFill>
                <a:latin typeface="Yu Gothic UI"/>
                <a:ea typeface="Yu Gothic UI"/>
              </a:rPr>
              <a:t>次のステップ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(1:05 - 1:30)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今夜、ここまでで、お渡しできたこと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✅ 海外628億回再生の現実(なぜ今が転機か)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✅ 4つの科学エビデンスの全体像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✅ 5層統合メソッド(3本柱+Mental Contrasting+AI)の地図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✅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未来からの手紙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を、Manifest AI™ と一緒に書いた体験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¥1,000の対価で、ここまでお渡ししました。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43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(間)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ですが、ここで、正直にお話ししなければなりません。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30 / 52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90分の体験だけでは、続きません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1691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今夜、あなたは「やり方」を体験しました。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ですが、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身体に定着するには、最低でも3ヶ月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かかります。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一人で続ける場合の継続率は、過去のデータで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約10%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315468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環境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3ヶ月継続率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一人で実践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仲間と実践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65%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ガイド付き実践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12064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9倍の差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― これは意志の差ではなく、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環境の差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です。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806440"/>
            <a:ext cx="10881360" cy="50292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806440"/>
            <a:ext cx="73152" cy="50292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8521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21日では、変化の入口まで。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**3ヶ月**で、人格レベルの変容が起きます。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31 / 52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このまま「変わらない3年」を続けると…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正直に、計算してみてください。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自己啓発本・セミナー ― 年間 ¥120,000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占い・カウンセリング・スピ系イベント ― 年間 ¥150,000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ストレス起因の医療費 ― 年間 ¥80,000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「あのとき決めていれば」の機会損失 ―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金額がつけられない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43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3年で、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約¥1,050,000を失い、人生は同じ場所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(間)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150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そして、3年後のあなたは、いまの未来からの手紙を、もう一度書き直すことになります。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32 / 52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質問させてください ― あと、何年待ちますか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引き寄せの本に出会ってから、何年経ちましたか?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この3年、人生は、どれくらい変わりましたか?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このまま、また3年、同じことをしますか?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(間)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114800"/>
            <a:ext cx="10881360" cy="219456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114800"/>
            <a:ext cx="73152" cy="21945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10607040" cy="2103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**3年後の自分から、今のあなたを見たら、なんと言うでしょうか。**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― おそらく、こう言うはずです。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**「あの夜、決めてくれてありがとう」**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33 / 52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C94F7C"/>
                </a:solidFill>
                <a:latin typeface="Yu Gothic UI"/>
                <a:ea typeface="Yu Gothic UI"/>
              </a:rPr>
              <a:t>だから、ご用意しました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AIマニフェスティング・本科プログラム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― 桜木が、3ヶ月、あなたの隣を歩く 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― すべてが、ここに、集約されています ―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38100">
            <a:solidFill>
              <a:srgbClr val="EC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91440" cy="6400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C94F7C"/>
                </a:solidFill>
                <a:latin typeface="Yu Gothic UI"/>
                <a:ea typeface="Yu Gothic UI"/>
              </a:rPr>
              <a:t>🌹 AIマニフェスティング・本科プログラム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B8456E"/>
                </a:solidFill>
                <a:latin typeface="Yu Gothic UI"/>
                <a:ea typeface="Yu Gothic UI"/>
              </a:rPr>
              <a:t>3ヶ月で、人格レベルの変容を起こす完全プログラム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69848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Month 1 ｜ Manifesting セットアップ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　 セルフイメージの棚卸し・3年ビジョンの設計・Bandura 4源泉プロトコル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69848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Month 2 ｜ Scripting マスタリー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　 未来からの手紙(毎日)・WOOP実装意図・Manifest AI™ 上級プロンプト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34840"/>
            <a:ext cx="1069848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Month 3 ｜ Shifting &amp; 統合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　 4-7-8呼吸法・寝る前イメージ・5動作の習慣化・卒業ロードマップ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623560"/>
            <a:ext cx="10698480" cy="6858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5623560"/>
            <a:ext cx="73152" cy="68580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4241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🌸 これが、**バックエンド、ただひとつ**です。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35 / 52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38100">
            <a:solidFill>
              <a:srgbClr val="EC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91440" cy="6400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C94F7C"/>
                </a:solidFill>
                <a:latin typeface="Yu Gothic UI"/>
                <a:ea typeface="Yu Gothic UI"/>
              </a:rPr>
              <a:t>含まれる、すべて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内容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通常価値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桜木による週次ライブ講義(全12回・録画あり)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¥60,000相当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Manifest AI™ プロンプト集 上級版(200本)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¥20,000相当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90日プロトコル・ワークブック(120ページ)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¥10,000相当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プライベートコミュニティ(3ヶ月+卒業後3ヶ月)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¥18,000相当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月1回の桜木による個別Zoom添削(60分×3)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¥45,000相当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修了証 + 認定講師制度への優先案内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¥10,000相当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卒業ワークショップ(半日)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¥20,000相当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桜木の3部作書籍(Kindle・出版前読書権)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¥5,400相当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合計価値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¥188,400相当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36 / 52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38100">
            <a:solidFill>
              <a:srgbClr val="EC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91440" cy="6400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C94F7C"/>
                </a:solidFill>
                <a:latin typeface="Yu Gothic UI"/>
                <a:ea typeface="Yu Gothic UI"/>
              </a:rPr>
              <a:t>価格 ― 今夜限定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B8456E"/>
                </a:solidFill>
                <a:latin typeface="Yu Gothic UI"/>
                <a:ea typeface="Yu Gothic UI"/>
              </a:rPr>
              <a:t>通常 ¥188,400相当 → ¥98,000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約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48%オフ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、ほぼ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半額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でご提供します。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698480" cy="1691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一括 ¥98,000(税込)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分割24回払い ¥4,084 / 月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分割30回払い ¥3,267 / 月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←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★人気No.1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617720"/>
            <a:ext cx="10698480" cy="128016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617720"/>
            <a:ext cx="73152" cy="12801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042416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1日あたり、**¥109**(30回分割の場合)。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コンビニのコーヒー1杯より、安い投資です。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6984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クレジットカード5回までは手数料無料(当社負担)。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銀行振込・PayPay・Apple Pay にも対応。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37 / 52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38100">
            <a:solidFill>
              <a:srgbClr val="EC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91440" cy="6400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C94F7C"/>
                </a:solidFill>
                <a:latin typeface="Yu Gothic UI"/>
                <a:ea typeface="Yu Gothic UI"/>
              </a:rPr>
              <a:t>📊 3ヶ月、本科で取り組むと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本書のメソッドが依拠する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実在の研究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が、それぞれ示している変化の方向性です。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4884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領域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研究で示されている方向性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自己効力感(Bandura)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達成体験・代理体験を積むほど向上(行動継続性に強く影響)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目標の達成率(Matthews)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書き出し+共有+進捗報告で、考えるだけの群より有意に高い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心理的健康・免疫機能(Pennebaker)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表出筆記の継続で、複数指標が広範に改善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行動の実行率(Gollwitzer)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実装意図(「もしXならY」)で2〜3倍に上昇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不安・反芻(Hölzel / Zaccaro)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マインドフルネス瞑想+呼吸法で低下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願望の達成(Oettingen)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Mental Contrastingで「願うだけ」を行動に変換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486400"/>
            <a:ext cx="73152" cy="8229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4241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これらの変化は、**毎日のプロトコルを継続した方々**に、それぞれの研究で確認されています。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本科の3ヶ月は、これらすべてを**ひとつのプロトコル**として体験する期間です。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38 / 52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38100">
            <a:solidFill>
              <a:srgbClr val="EC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91440" cy="6400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C94F7C"/>
                </a:solidFill>
                <a:latin typeface="Yu Gothic UI"/>
                <a:ea typeface="Yu Gothic UI"/>
              </a:rPr>
              <a:t>👑 もう一段上を ― 1on1 VIPプログラム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¥298,000(分割36回払い ¥8,278 / 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本科プログラム +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月2回・桜木との60分Zoom 1on1 × 3ヶ月(計6回)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さらに、24時間Slackで桜木に直接質問が届く、完全パーソナル設計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337560"/>
          <a:ext cx="106984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2971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Standard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1on1 VIP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</a:tr>
              <a:tr h="2971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価格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¥98,000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¥298,000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期間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3ヶ月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3ヶ月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2971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集合ライブ講義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全12回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全12回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個別Zoom 1on1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月1回 × 3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月2回 × 3 = 計6回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2971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桜木への直接質問権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コミュニティ経由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24時間Slack直接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Manifest AI™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上級プロンプト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桜木カスタマイズ版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2971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認定講師制度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優先案内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直接推薦枠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「未来からの手紙」添削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1回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毎月+卒業時=計4回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2971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定員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30名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本科の中から 1〜3名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39 / 52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38100">
            <a:solidFill>
              <a:srgbClr val="EC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91440" cy="6400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C94F7C"/>
                </a:solidFill>
                <a:latin typeface="Yu Gothic UI"/>
                <a:ea typeface="Yu Gothic UI"/>
              </a:rPr>
              <a:t>🔒 リスクは、ゼロです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B8456E"/>
                </a:solidFill>
                <a:latin typeface="Yu Gothic UI"/>
                <a:ea typeface="Yu Gothic UI"/>
              </a:rPr>
              <a:t>30日間 全額返金保証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698480" cy="1691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受講開始から30日以内に、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「合わない」「期待と違った」と感じたら、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理由を問わず、全額返金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69848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損するのは、わたしの側です。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あなたが失うものは、何もありません。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029200"/>
            <a:ext cx="10698480" cy="128016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73152" cy="12801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042416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**だから、迷う理由がない。**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ノーリスクで、3ヶ月、試してみてください。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40 / 52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38100">
            <a:solidFill>
              <a:srgbClr val="EC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91440" cy="6400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C94F7C"/>
                </a:solidFill>
                <a:latin typeface="Yu Gothic UI"/>
                <a:ea typeface="Yu Gothic UI"/>
              </a:rPr>
              <a:t>🎁 今夜のご参加者だけに、6つの特典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特典① ｜ 体験会費キャッシュバック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¥1,000を全額返金 →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実質 ¥97,000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69848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特典② ｜ 桜木著書3部作の出版前先行読書権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(¥5,400相当)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第1部の発売前に、PDFでお届け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69848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特典③ ｜ Manifest AI™ プロンプト集 拡張版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(¥10,000相当)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6636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通常版200本+今夜参加者特別40本=計240本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特典④ ｜ 桜木との1on1 30分無料相談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(¥30,000相当)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41 / 52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⏰ 締切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B8456E"/>
                </a:solidFill>
                <a:latin typeface="Yu Gothic UI"/>
                <a:ea typeface="Yu Gothic UI"/>
              </a:rPr>
              <a:t>本日 23:59 まで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24:00を1秒でも過ぎたら 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88136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✗ 6つの特典は、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すべて消えます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✗ 体験会費キャッシュバックも、消えます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✗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¥98,000の価格保証は、なくなります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(次回値上げ予定)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✗ 30回分割の最安プランは、本日参加者限定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なぜ、こんなに厳しい締切なのか?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623560"/>
            <a:ext cx="10881360" cy="6858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623560"/>
            <a:ext cx="73152" cy="68580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106070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心理学が証明しています。**決断を先送りすると、行動エネルギーは指数関数的に減衰する**。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― 6時間後にあなたが申し込む確率は、いま申し込む確率の **1/3 以下**になります。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42 / 52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定員のご案内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各プランは、桜木が深く伴走できる人数で募集を締め切ります。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574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プラン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定員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👑 1on1 VIP(月2回個別+24時間Slack)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本科の中から 1〜3名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🌹 Standard 本科(集合型・3ヶ月)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30名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個別相談(無料30分)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10枠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02336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1on1 VIPは、桜木が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毎週、名前と願いを覚えていられる人数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だけお取りしています。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709160"/>
            <a:ext cx="10881360" cy="77724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709160"/>
            <a:ext cx="73152" cy="77724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106070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定員に達した時点で、その期の募集は終了します。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2356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※当日の実申込状況は、運営からアナウンスいたします。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43 / 52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38100">
            <a:solidFill>
              <a:srgbClr val="EC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91440" cy="6400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C94F7C"/>
                </a:solidFill>
                <a:latin typeface="Yu Gothic UI"/>
                <a:ea typeface="Yu Gothic UI"/>
              </a:rPr>
              <a:t>4つの選択肢から、お選びください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B8456E"/>
                </a:solidFill>
                <a:latin typeface="Yu Gothic UI"/>
                <a:ea typeface="Yu Gothic UI"/>
              </a:rPr>
              <a:t>🥇 選択肢 A ｜ **1on1 VIP**(本科の中から1〜3名・桜木が完全に伴走)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¥298,000(分割 ¥8,278/月〜)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― 月2回1on1+24時間Slack直接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B8456E"/>
                </a:solidFill>
                <a:latin typeface="Yu Gothic UI"/>
                <a:ea typeface="Yu Gothic UI"/>
              </a:rPr>
              <a:t>🥈 選択肢 B ｜ **Standard 本科**(定員30名・★最も多くの方が選択)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¥98,000(分割 ¥3,267/月〜)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― 3ヶ月で人格レベルの変容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B8456E"/>
                </a:solidFill>
                <a:latin typeface="Yu Gothic UI"/>
                <a:ea typeface="Yu Gothic UI"/>
              </a:rPr>
              <a:t>🥉 選択肢 C ｜ 個別相談(無料30分)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ご自分に合うか、桜木と直接話してから決める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B8456E"/>
                </a:solidFill>
                <a:latin typeface="Yu Gothic UI"/>
                <a:ea typeface="Yu Gothic UI"/>
              </a:rPr>
              <a:t>⚪ 選択肢 D ｜ 今夜は見送る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9788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3ヶ月後の第2期(価格未定・値上げ予定)を、お待ちください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44 / 52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38100">
            <a:solidFill>
              <a:srgbClr val="EC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91440" cy="6400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C94F7C"/>
                </a:solidFill>
                <a:latin typeface="Yu Gothic UI"/>
                <a:ea typeface="Yu Gothic UI"/>
              </a:rPr>
              <a:t>迷ったら、Standard(月¥3,267〜)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9割の方が、Standardを選ばれます。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2697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理由: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3ヶ月で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「人格が変わった」と実感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できる量と質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分割なら、毎日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¥109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の自己投資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30日返金保証で、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リスクゼロ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「もっと深く」と感じたら、Standard開始後でもVIPへアップグレード可能(差額のみ)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迷う理由が、ありません。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623560"/>
            <a:ext cx="10698480" cy="6858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5623560"/>
            <a:ext cx="73152" cy="68580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4241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**3ヶ月後の「同じ自分」 vs 3ヶ月後の「変わった自分」**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― あなたは、どちらを選びますか?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45 / 52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38100">
            <a:solidFill>
              <a:srgbClr val="EC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91440" cy="6400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C94F7C"/>
                </a:solidFill>
                <a:latin typeface="Yu Gothic UI"/>
                <a:ea typeface="Yu Gothic UI"/>
              </a:rPr>
              <a:t>もう一度、思い出してください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45分前、皆さんが書いた、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3年後の自分からの手紙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を。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(間)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69848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そこに書かれた未来は、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本当ですか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?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それを、叶えたいと、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本当に思っていますか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(うなずきを待つ)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では、今夜、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一歩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だけ、進めましょう。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5394960"/>
            <a:ext cx="73152" cy="91440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40680"/>
            <a:ext cx="104241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**「いつか」を「今夜」に変えるのは、あなただけです。**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― 3年後のあなたが、いま、待っています。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46 / 52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38100">
            <a:solidFill>
              <a:srgbClr val="EC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91440" cy="6400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C94F7C"/>
                </a:solidFill>
                <a:latin typeface="Yu Gothic UI"/>
                <a:ea typeface="Yu Gothic UI"/>
              </a:rPr>
              <a:t>価値スタック ― もう一度、整理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```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本科プログラム本体              ¥188,400相当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+ 6つの特典スタック              ¥ 61,400相当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─────────────────────────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合計提供価値                    ¥249,800相当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─────────────────────────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今夜のご参加者価格              ¥ 98,000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─────────────────────────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あなたが受け取る差額            ¥151,800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```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47 / 52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38100">
            <a:solidFill>
              <a:srgbClr val="EC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91440" cy="6400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C94F7C"/>
                </a:solidFill>
                <a:latin typeface="Yu Gothic UI"/>
                <a:ea typeface="Yu Gothic UI"/>
              </a:rPr>
              <a:t>お申込み方法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(画面に、QRコード3つ)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🥇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1on1 VIP 申込み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(本科内特別枠) ― QRコード A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🥈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Standard 本科 申込み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(定員30名) ― QRコード B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🥉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無料個別相談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(30分) ― QRコード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Zoomチャットにも、リンクをお送りしました。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2628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ご質問は、この後の Q&amp;A タイムでお受けします。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212080"/>
            <a:ext cx="10698480" cy="77724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5212080"/>
            <a:ext cx="73152" cy="77724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1042416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今夜書いた「未来からの手紙」を、**明日から動かす**ためのプログラムです。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48 / 52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クロージング ｜ 最後に、3つだけ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(静かに、しかし、力を込めて)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1691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第1に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― 今夜あなたが書いた「未来からの手紙」は、行動が伴わなければ、ただの紙のままです。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動かすかどうかは、今夜のあなたの一歩で決まります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第2に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― 心理学では、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決断を先送りすると、行動エネルギーは指数関数的に減衰する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(Decision Fatigue)ことが、繰り返し示されています。今夜の熱量は、明日にはほぼ消えています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第3に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―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30日間、全額返金保証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があります。試して、合わなければ、お金は戻ります。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失うものは、ありません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840480"/>
            <a:ext cx="10881360" cy="77724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840480"/>
            <a:ext cx="73152" cy="77724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106070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**失うのは ―「変わらないままの3年」だけです。**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49 / 52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最後の言葉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11歳で、わたしは「頭の中で何千回もやる」という言葉に出会いました。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高校1年で、本気で実践し始め、東大現役合格しました。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いま、わたしは、当時のわたしが想像もできなかった人生を生きています。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(間)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88136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100年前のマーフィー、ヒル、クーエが届けたかったものを ―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21世紀の科学とAIで、いまの日本に蘇らせる。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それが、わたしの仕事です。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80760"/>
            <a:ext cx="108813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今夜、お会いできて、本当によかったです。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50 / 52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残り時間、何でもお聞きください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個別のご相談は、Zoomチャットの「無料個別相談」リンクからご予約ください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本日、ご参加いただいたすべての皆様に、心から、ありがとうございます。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51 / 52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C94F7C"/>
                </a:solidFill>
                <a:latin typeface="Yu Gothic UI"/>
                <a:ea typeface="Yu Gothic UI"/>
              </a:rPr>
              <a:t>ありがとうございました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桜木式 AIマニフェスティング®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日本マニフェスティング協会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― 3ヶ月後、あなたの「未来からの手紙」は、現実になりはじめています 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8056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© 2026 日本マニフェスティング協会 / 桜木賢治</a:t>
            </a:r>
          </a:p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本資料は機密情報です。第三者への転送・転載はご遠慮ください。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