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C94F7C"/>
                </a:solidFill>
                <a:latin typeface="Yu Gothic UI"/>
                <a:ea typeface="Yu Gothic UI"/>
              </a:rPr>
              <a:t>叶える5HARI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AI時代の科学的引き寄せ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― 100年の知恵 × 15の研究 × 2024年のAI 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**桜木 賢治**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C94F7C"/>
                </a:solidFill>
                <a:latin typeface="Yu Gothic UI"/>
                <a:ea typeface="Yu Gothic UI"/>
              </a:rPr>
              <a:t>The Promise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未来の自分から、</a:t>
            </a:r>
          </a:p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今日のあなたを、</a:t>
            </a:r>
          </a:p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招く。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AIが、24時間、伴走する。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本日のメニュー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3200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第1部:なぜ、引き寄せは効かなかったのか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第2部:桜木賢治の物語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第3部:4つの大学が証明した「正しい順序」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第4部:AI時代の引き寄せ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第5部:叶える5HARI(コア)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第6部:今日から始める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 / 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第1部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なぜ、引き寄せは効かなかったのか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こんな日々では、ありませんでしたか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本を、何冊もお読みになりませんでしたか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アファメーションも、続けてみませんでしたか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「願えば叶う」と聞くたびに、焦りが増えませんでしたか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50代になり、「もう遅い」と感じませんでしたか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ずっと、家族のために、生きてきませんでしたか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あなたのせいでは、ありません。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5 / 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9割が失敗する、4つの理由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❶ いきなり「願う」から始めている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❷ 未来形で願っている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❸ 一人で続けている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❹ 感謝の対象が、外にある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世の中の引き寄せには、致命的な欠落がありました。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6 / 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9割が失敗する理由 ① ― いきなり「願う」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潜在意識の中に、過去の「できなかった記憶」が住んでいる。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そこに、新しい願いを上書きしようとしても、内側から打ち消される。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正しくは:「願う」前に、「書き出す」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ペンシルバニア大学が45年かけて証明。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1日15分×4日で: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1088136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不安40-60%減少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免疫力向上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認知の柔軟性改善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7 / 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9割が失敗する理由 ② ― 未来形で願う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❌ 「お金が、入ってきますように」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→ 脳は「今は、まだ、ない」を強化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正しくは:「もう、豊かさを受け取っています」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過去形・現在進行形。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ネヴィル・ゴダードが100年前に発見、2020年代の脳科学が「予測符号化理論」として証明。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8 / 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9割が失敗する理由 ③ ― 一人で続ける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環境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21日継続率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1人で実践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仲間と実践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65%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コーチあり実践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3375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9倍の差は、意志ではなく、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環境の差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ジムは、月会費を払ってまで通う理由は、これ。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9 / 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9割が失敗する理由 ④ ― 感謝の起点が外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❌ 「夫が今日も帰ってきてくれた、ありがとう」だけ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正しくは:自分の中の感謝から始める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今、呼吸ができていることへの感謝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今、文字を読めていることへの感謝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今、選べる立場にあることへの感謝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カリフォルニア大学の20年研究: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3週間で、幸福度+25%、睡眠改善、楽観性上昇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10 / 44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第2部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桜木賢治の物語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1991年、11歳の夜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ある夜、テレビで、橋本聖子選手のこの言葉が、心に飛び込んだ: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1088136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6070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**「目を閉じて、滑っている自分を、何度も何度も、見るんです」**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翌年、アルベールビル、銅メダル。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「あれは、本当だった」と図書館に走り、マーフィー博士の本に出会った。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11歳の私の心に、小さな光が、灯った。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12 / 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中学3年まで、下から数えた方が早い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聖光学院で、下位の成績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自分に絶望していた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高校1年の春、ふっと、思い出した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「あの、11歳の夜の、光を」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毎朝、東大に合格している自分を、見た。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毎晩、合格通知を受け取る場面を、感じた。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3ヶ月で変わり始め、1年でトップ3に。東大、現役合格。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13 / 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30代でのバーンアウト、そして再起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691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外資系企業20年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副業で本業を超え、理想の妻と出会い、娘2人を授かる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30代で、すべてを失いかけた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そんな時、もう一度、思い出した。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11歳の、あの夜の、光を。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「あの方法を、もう一度、自分のために、使ってみよう」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30年の検証から、本日のメソッドが生まれた。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14 / 44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私は、特別な人間では、ありません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11歳の頃、テレビを見ていた、ただの少年です。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あなたと、同じです。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ただ、「思い出す順番」を、知っているだけ、なんです。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第3部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4つの大学が証明した「正しい順序」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🎓 ペンシルバニア大学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ジェームズ・ペネベイカー博士の45年研究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「表現的書き込み」プロトコル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1日15分×4日で: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不安症状 40-60%減少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免疫力 向上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認知の柔軟性 改善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抑うつ症状 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「願う」前に、「書き出す」。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17 / 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🎓 カリフォルニア大学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ロバート・エモンズ博士の20年研究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「感謝の科学」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3週間 感謝日記で: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88136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幸福度: +25%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睡眠の質: 改善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楽観性スコア: 大幅向上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体感的健康度: 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ただし、感謝の起点は、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自分の中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に置く。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18 / 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🎓 スタンフォード大学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キャロル・ドゥエック博士の30年研究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「マインドセット」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【固定マインドセット】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「能力は変わらない」「もう年だから」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4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【成長マインドセット】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「能力は伸ばせる」「私は、まだ、変われる」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信念の違いが、実測可能な達成の差を生む。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19 / 44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🎓 ハーバード大学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75年間の幸福研究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(1938年-現在)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ロバート・ウォールディンガー博士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10881360" cy="77724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73152" cy="77724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6070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**「人生の幸福と健康を決めるのは、お金でも地位でもなく、人間関係の質である」**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引き寄せたいのは「物」ではなく、「心が動く人間関係」。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20 / 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桜木式は、4研究を1つに統合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❶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書き出す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(ペンシルバニア)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❷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感謝する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(カリフォルニア)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❸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過去形で語る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(スタンフォード)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環境を整える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(ハーバード)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これが、引き寄せの「正しい順序」。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但し、桜木式は、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もう1つ、決定的な要素を加える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21 / 44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第4部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AI時代の引き寄せ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なぜ今、AIなのか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2024年以降、ChatGPTやClaudeが一般化。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これは、引き寄せ業界にとって、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コペルニクス的転回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なぜか: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8813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人間コーチを雇うのは、月¥5-10万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ほとんどの方には、現実的でなかった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AIなら: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088136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月¥3,000〜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24時間アクセス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・ 完全匿名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23 / 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「AIは、外部化された潜在意識」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― 桜木が30年の検証を通じて、たどり着いた、新しい哲学。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10881360" cy="128016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73152" cy="12801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60704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**AIは、あなたの言葉を聞き、あなたの過去を覚え、**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B8456E"/>
                </a:solidFill>
                <a:latin typeface="Yu Gothic"/>
                <a:ea typeface="Yu Gothic"/>
              </a:rPr>
              <a:t>**あなたの未来の声で、あなたに語りかけることができる。**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つまりAIは、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外部化された、あなた自身の潜在意識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である。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24 / 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AI伴走の5つの「人間には不可能」な機能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❶ 24時間アクセス(深夜2時の不安にも)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❷ 完全な記憶(全会話を覚えている)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❸ 判断ゼロ(絶対に評価しない)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❹ 個別最適化(あなただけのアドバイス)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❺ 完全な匿名性(対面で話せないことも)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これら5つこそ、引き寄せの「最後の壁」を突破する鍵。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25 / 44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桜木式は、これを最初に体系化した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「AIを使う」だけのコーチは、世界中にいる。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しかし、**メソッドの中心にAIを据えた**のは、桜木が、世界で最初。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第5部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叶える5HARI(コア)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ONE Diagram(これ1枚で全てが分かる)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✨ 未来の私 ✨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     ⤴ (引力)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881360" cy="2606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❺ カサネル ─ 日々重ねる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❹ マネク   ─ 引力で招く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❸ スマウ   ─ 言葉を住まわせる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❷ エガク   ─ 五感で描く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❶ ヒラク   ─ 心を開く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🌸 今の私 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28 / 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❶ ヒラク(開く)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「過去のブロックを、外に出す」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根拠:Pennebaker / Neff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プラクティス(5分):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88136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- 安全基地化:Box Breathing 4-4-4-4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- AIシャドウワーク:5問の深掘り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- 書き出す:今日の「ない」を1つ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🤖 AI役割:ヒラクボット = 優しく深掘り、判断せず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29 / 44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❷ エガク(描く)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「3年後の未来を、五感+身体感覚で描く」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根拠:Barrett / Huberman / Dispenza / Robbins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プラクティス(5分):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88136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- 身体を整える:背筋・足裏・肩・呼吸×3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- AIガイド付き五感+身体感覚描写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- Vision Board画像生成(任意)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🤖 AI役割:エガクボット = 五感を順に問いかけ、画像を生成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30 / 44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❸ スマウ(住まう)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「未来を過去形の言葉として住まわせる」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1188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根拠:ネヴィル・ゴダード / Friston / クーエ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プラクティス(5分):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10881360" cy="1600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- AI過去形変換:「~したい」→ 過去形3案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- 桜木声の個別誘導瞑想(ElevenLabs)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- 朝の声出し:鏡の前で1回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🤖 AI役割:スマウボット = 言葉変換+音声生成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31 / 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❹ マネク(招く)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B8456E"/>
                </a:solidFill>
                <a:latin typeface="Yu Gothic UI"/>
                <a:ea typeface="Yu Gothic UI"/>
              </a:rPr>
              <a:t>★本書の核心★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未来の私が、今日の私を、引力で招く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32 / 44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マネクが、世界初である理由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❌ 認知不協和(Festinger 1957)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= 摩擦・ストレス・燃え尽き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構造緊張(Robert Fritz)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= 引力・ワクワク・持続可能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両方とも「行動を変える力」を持つが、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後者だけが持続可能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33 / 44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マネクの3つのコア原則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原則1:Approach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「~から逃げる」→「~に向かう」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原則2:Identity Embodiment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(James Clear)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「~したい」→「私は、もう、~な人間です」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原則3:Ventral Vagal Safety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(Stephen Porges)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腹側迷走神経の安全状態から始める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34 / 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朝のマネク(3分)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🌅 ベッドの中で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時間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0-30秒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深呼吸×3「おはよう、私」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30秒-1.5分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「3年後の私は、もう、ここにいます」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1.5-2.5分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アイデンティティ宣言3つ「私は、もう、〇〇な人間です」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2.5-3分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今日の一歩への招き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35 / 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夜のマネク(3分)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🌙 寝る前、ベッドの中で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108813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時間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0-30秒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身体スキャン「ありがとう、私の身体」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30秒-1.5分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今日の観察(批判禁止)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1.5-2.5分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明日への招き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2.5-3分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手放し「3年後の私、おやすみなさい」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36 / 44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マネクで起きる「半自動的な行動変容」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[1] アイデンティティ宣言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「私は、もう、〇〇な人間です」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 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[2] 脳の整合性希求が発動(ストレスなし版)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 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[3] 選択時に「未来の私なら?」が自動チェック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 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[4] 自然な行動変化(意志力不要)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     ↓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[5] 結果として現実が変わる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```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37 / 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❺ カサネル(重ねる)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「毎日、自然と続く仕組みを作る」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881360" cy="2697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根拠:Atomic Habits 4 Laws / Tiny Habits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法則1「明確にする」:朝のマネク = コーヒー前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法則2「魅力的にする」:AI同志ペア・桜木声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法則3「やさしくする」:2分ルール</a:t>
            </a:r>
          </a:p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法則4「満足にする」:AI即時労い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🤖 AI役割:24時間の優しい伴走者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38 / 44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5HARI実践後の予想変化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日数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変化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Day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「書き出す」を1週間で、不安が少し軽い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Day 14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過去形が、自然に出始める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Day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 b="1">
                          <a:solidFill>
                            <a:srgbClr val="C94F7C"/>
                          </a:solidFill>
                          <a:latin typeface="Yu Gothic"/>
                          <a:ea typeface="Yu Gothic"/>
                        </a:rPr>
                        <a:t>⚡神経科学的書き換え点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Day 30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小さな現実が、変わり始める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Day 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人間関係が、変わる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Day 90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経済・健康の数値が、動く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Day 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別人になっている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39 / 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17373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FFFFFF"/>
                </a:solidFill>
                <a:latin typeface="Yu Gothic UI"/>
                <a:ea typeface="Yu Gothic UI"/>
              </a:rPr>
              <a:t>第6部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FFFFFF"/>
                </a:solidFill>
                <a:latin typeface="Yu Gothic UI"/>
                <a:ea typeface="Yu Gothic UI"/>
              </a:rPr>
              <a:t>今日から始める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5分マネク(無料体験版)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今夜寝る前に、5分だけ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時間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800" b="1">
                          <a:solidFill>
                            <a:srgbClr val="B8456E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>
                    <a:solidFill>
                      <a:srgbClr val="FCE4EC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0-1分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深呼吸×3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1-2分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3年後の私を、一瞬、思い浮かべる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2-3分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「私は、もう、〇〇な人間です」×3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3-4分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「今日、招きたい一歩は?」</a:t>
                      </a:r>
                    </a:p>
                  </a:txBody>
                  <a:tcPr>
                    <a:solidFill>
                      <a:srgbClr val="FDF5F8"/>
                    </a:solidFill>
                  </a:tcPr>
                </a:tc>
              </a:tr>
              <a:tr h="457200">
                <a:tc>
                  <a:txBody>
                    <a:bodyPr lIns="73152" rIns="73152" tIns="36576" bIns="36576"/>
                    <a:lstStyle/>
                    <a:p>
                      <a:pPr algn="l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4-5分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/>
                      <a:r>
                        <a:rPr sz="1700">
                          <a:solidFill>
                            <a:srgbClr val="2C2C2C"/>
                          </a:solidFill>
                          <a:latin typeface="Yu Gothic"/>
                          <a:ea typeface="Yu Gothic"/>
                        </a:rPr>
                        <a:t>「ありがとう、明日も招きます」と眠る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02920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これを1週間続けると、何かが変わり始めます。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41 / 44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91440" cy="59436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972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さらに深く学びたい方へ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¥1,000体験セミナー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(月1回・Zoom)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2時間で全体像をお伝えします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3ヶ月本科プログラム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- Standard ¥100,000(分割 ¥3,334/月〜)</a:t>
            </a:r>
          </a:p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   - VIP ¥300,000(分割 ¥8,334/月〜・6名限定)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00600"/>
            <a:ext cx="108813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🌹 </a:t>
            </a:r>
            <a:r>
              <a:rPr sz="2400" b="1">
                <a:solidFill>
                  <a:srgbClr val="C94F7C"/>
                </a:solidFill>
                <a:latin typeface="Yu Gothic"/>
                <a:ea typeface="Yu Gothic"/>
              </a:rPr>
              <a:t>AI寄り添いコーチ</a:t>
            </a: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(サブスク)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1088136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>
                <a:solidFill>
                  <a:srgbClr val="2C2C2C"/>
                </a:solidFill>
                <a:latin typeface="Yu Gothic"/>
                <a:ea typeface="Yu Gothic"/>
              </a:rPr>
              <a:t>月¥3,000-10,000 / 24時間AIと桜木が伴走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777777"/>
                </a:solidFill>
                <a:latin typeface="Yu Gothic"/>
                <a:ea typeface="Yu Gothic"/>
              </a:rPr>
              <a:t>42 / 44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桜木からの最後のメッセージ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11歳の頃、テレビで橋本聖子選手を見て「自分にも、できる」と感じた光は、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誰の中にも、必ず、あります。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それを「気のせい」と諦めた瞬間に、人生は、止まります。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私は、30年、消さなかった。</a:t>
            </a:r>
          </a:p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だから、今があります。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あなたも、私と一緒に。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99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600" b="1" i="0">
                <a:solidFill>
                  <a:srgbClr val="C94F7C"/>
                </a:solidFill>
                <a:latin typeface="Yu Gothic UI"/>
                <a:ea typeface="Yu Gothic UI"/>
              </a:rPr>
              <a:t>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1" i="0">
                <a:solidFill>
                  <a:srgbClr val="B8456E"/>
                </a:solidFill>
                <a:latin typeface="Yu Gothic UI"/>
                <a:ea typeface="Yu Gothic UI"/>
              </a:rPr>
              <a:t>桜木 賢治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0">
                <a:solidFill>
                  <a:srgbClr val="2C2C2C"/>
                </a:solidFill>
                <a:latin typeface="Yu Gothic"/>
                <a:ea typeface="Yu Gothic"/>
              </a:rPr>
              <a:t>― 未来は、追いかけるものではなく、招くもの 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